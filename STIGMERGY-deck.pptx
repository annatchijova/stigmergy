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Effective strength</c:v>
                </c:pt>
              </c:strCache>
            </c:strRef>
          </c:tx>
          <c:spPr>
            <a:solidFill>
              <a:srgbClr val="EF9F27"/>
            </a:solidFill>
            <a:ln w="38100" cap="flat">
              <a:solidFill>
                <a:srgbClr val="EF9F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9F27"/>
              </a:solidFill>
              <a:ln w="9525" cap="flat">
                <a:solidFill>
                  <a:srgbClr val="EF9F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0.705</c:v>
                </c:pt>
                <c:pt idx="2">
                  <c:v>0.497</c:v>
                </c:pt>
                <c:pt idx="3">
                  <c:v>0.35</c:v>
                </c:pt>
                <c:pt idx="4">
                  <c:v>0.247</c:v>
                </c:pt>
                <c:pt idx="5">
                  <c:v>0.174</c:v>
                </c:pt>
                <c:pt idx="6">
                  <c:v>0.122</c:v>
                </c:pt>
                <c:pt idx="7">
                  <c:v>0.086</c:v>
                </c:pt>
                <c:pt idx="8">
                  <c:v>0.061</c:v>
                </c:pt>
                <c:pt idx="9">
                  <c:v>0.043</c:v>
                </c:pt>
                <c:pt idx="10">
                  <c:v>0.03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F5E5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F5E5A"/>
                    </a:solidFill>
                    <a:latin typeface="Arial"/>
                  </a:rPr>
                  <a:t>Time since created_at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many agents, no coordinator, one shared memory. Everything verifiable after the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Stigmergy = coordination through the environment. Agents never talk to each other; the database IS the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= stigmergic state, coral = forensic layer. Lambda reacts to changefeeds and writes back to shared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of eight invariants shown. Any change violating one requires an explicit architecture decision, not a quiet patch.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agents reading at different instants see different effective strengths — that IS the evaporation, and there is no background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Invariant 3 is structural: the module never commits; the caller's transaction carries both writes. Canonical JSON + Decimal quantization make hashes reproducible across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Odd leaf is promoted, never duplicated — avoids the Bitcoin-style two-leaf-sets-one-root ambiguity. Schema constraints make dishonest snapshots uncommittable.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cost asymmetry of the vector index prefix IS the thesis — the metaphor is not narrative layered on arbitrary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applied to embeddings: the deterministic dev provider declares is_semantic=False so no code path can draw relevance conclusions from meaningless distances.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honesty: known limitations are documented, not defended against — the system never fabricates 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822960"/>
            <a:ext cx="310896" cy="310896"/>
          </a:xfrm>
          <a:prstGeom prst="ellipse">
            <a:avLst/>
          </a:prstGeom>
          <a:solidFill>
            <a:srgbClr val="EF9F27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1371600"/>
            <a:ext cx="274320" cy="274320"/>
          </a:xfrm>
          <a:prstGeom prst="ellipse">
            <a:avLst/>
          </a:prstGeom>
          <a:solidFill>
            <a:srgbClr val="EF9F27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011680"/>
            <a:ext cx="237744" cy="237744"/>
          </a:xfrm>
          <a:prstGeom prst="ellipse">
            <a:avLst/>
          </a:prstGeom>
          <a:solidFill>
            <a:srgbClr val="EF9F27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2743200"/>
            <a:ext cx="201168" cy="201168"/>
          </a:xfrm>
          <a:prstGeom prst="ellipse">
            <a:avLst/>
          </a:prstGeom>
          <a:solidFill>
            <a:srgbClr val="EF9F27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321040" y="3474720"/>
            <a:ext cx="164592" cy="164592"/>
          </a:xfrm>
          <a:prstGeom prst="ellipse">
            <a:avLst/>
          </a:prstGeom>
          <a:solidFill>
            <a:srgbClr val="EF9F27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412480" y="4206240"/>
            <a:ext cx="128016" cy="128016"/>
          </a:xfrm>
          <a:prstGeom prst="ellipse">
            <a:avLst/>
          </a:prstGeom>
          <a:solidFill>
            <a:srgbClr val="EF9F27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STIGMERGY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memory without a coordinator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episodic memory on CockroachDB — every state transition cryptographically verifiable, no central authority.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× AWS — Build with agentic memory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coordinate the way ants 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messages between agents. No leader. Each agent reacts only to what it reads from shared state in CockroachDB, and communicates only by writing to it — stigmergic coordination, like pheromone trails.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converges on a collective episodic memory, while every transition remains tamper-evident without a central authority.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60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is not a distributed cache in front of a vector store.”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94960" y="1234440"/>
            <a:ext cx="685800" cy="68580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37860" y="2011680"/>
            <a:ext cx="1165860" cy="777240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234440"/>
            <a:ext cx="685800" cy="68580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V="1">
            <a:off x="6903720" y="2011680"/>
            <a:ext cx="22860" cy="777240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1234440"/>
            <a:ext cx="685800" cy="68580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V="1">
            <a:off x="6903720" y="2011680"/>
            <a:ext cx="1211580" cy="777240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28346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3017520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212080" y="35204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88720" y="100584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005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65960" y="1463040"/>
            <a:ext cx="0" cy="320040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headEnd type="triangl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794760" y="100584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005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463040"/>
            <a:ext cx="0" cy="320040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headEnd type="triangl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0" y="100584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005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78040" y="1463040"/>
            <a:ext cx="0" cy="320040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1783080"/>
            <a:ext cx="8046720" cy="2148840"/>
          </a:xfrm>
          <a:prstGeom prst="roundRect">
            <a:avLst>
              <a:gd name="adj" fmla="val 5106"/>
            </a:avLst>
          </a:prstGeom>
          <a:solidFill>
            <a:srgbClr val="F7FBF9"/>
          </a:solidFill>
          <a:ln w="12700">
            <a:solidFill>
              <a:srgbClr val="0F6E5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77240" y="18745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— shared memory field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2286000"/>
            <a:ext cx="2377440" cy="676656"/>
          </a:xfrm>
          <a:prstGeom prst="roundRect">
            <a:avLst>
              <a:gd name="adj" fmla="val 10811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28600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memories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tier, confidence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2286000"/>
            <a:ext cx="2377440" cy="676656"/>
          </a:xfrm>
          <a:prstGeom prst="roundRect">
            <a:avLst>
              <a:gd name="adj" fmla="val 10811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28600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memory_regions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lineage, centroids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2286000"/>
            <a:ext cx="2377440" cy="676656"/>
          </a:xfrm>
          <a:prstGeom prst="roundRect">
            <a:avLst>
              <a:gd name="adj" fmla="val 10811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228600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cell_links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/ inhibitory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090672"/>
            <a:ext cx="2377440" cy="676656"/>
          </a:xfrm>
          <a:prstGeom prst="roundRect">
            <a:avLst>
              <a:gd name="adj" fmla="val 10811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09067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recruitment_signals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decaying pheromones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3090672"/>
            <a:ext cx="2377440" cy="676656"/>
          </a:xfrm>
          <a:prstGeom prst="roundRect">
            <a:avLst>
              <a:gd name="adj" fmla="val 10811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09067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audit_chain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hash chain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3090672"/>
            <a:ext cx="2377440" cy="676656"/>
          </a:xfrm>
          <a:prstGeom prst="roundRect">
            <a:avLst>
              <a:gd name="adj" fmla="val 10811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309067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merkle_snapshots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of ledgers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06240" y="3931920"/>
            <a:ext cx="0" cy="320040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937760" y="3931920"/>
            <a:ext cx="0" cy="320040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3017520" y="4251960"/>
            <a:ext cx="3108960" cy="566928"/>
          </a:xfrm>
          <a:prstGeom prst="roundRect">
            <a:avLst>
              <a:gd name="adj" fmla="val 16129"/>
            </a:avLst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42519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changefeed in, write-back out — never a message bus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Non-negotiable invariants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designed to survive contact with future optimizations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86200" cy="1463040"/>
          </a:xfrm>
          <a:prstGeom prst="roundRect">
            <a:avLst>
              <a:gd name="adj" fmla="val 6250"/>
            </a:avLst>
          </a:prstGeom>
          <a:solidFill>
            <a:srgbClr val="FAFAF7"/>
          </a:solidFill>
          <a:ln w="9525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27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decides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0116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holds private truth — every action reacts to what is read from CockroachDB.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1463040"/>
            <a:ext cx="3886200" cy="1463040"/>
          </a:xfrm>
          <a:prstGeom prst="roundRect">
            <a:avLst>
              <a:gd name="adj" fmla="val 6250"/>
            </a:avLst>
          </a:prstGeom>
          <a:solidFill>
            <a:srgbClr val="FAFAF7"/>
          </a:solidFill>
          <a:ln w="9525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691640"/>
            <a:ext cx="502920" cy="50292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496" y="181965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627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never decide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69280" y="20116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Reinforce, migrate, split, merge: all deterministic Fraction/DECIMAL arithmetic. LLMs only narrate.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3886200" cy="1463040"/>
          </a:xfrm>
          <a:prstGeom prst="roundRect">
            <a:avLst>
              <a:gd name="adj" fmla="val 6250"/>
            </a:avLst>
          </a:prstGeom>
          <a:solidFill>
            <a:srgbClr val="FAFAF7"/>
          </a:solidFill>
          <a:ln w="9525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383280"/>
            <a:ext cx="502920" cy="50292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51129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192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unaudited transition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7033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change and audit event commit in the same transaction — or neither does.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54880" y="3154680"/>
            <a:ext cx="3886200" cy="1463040"/>
          </a:xfrm>
          <a:prstGeom prst="roundRect">
            <a:avLst>
              <a:gd name="adj" fmla="val 6250"/>
            </a:avLst>
          </a:prstGeom>
          <a:solidFill>
            <a:srgbClr val="0F6E56"/>
          </a:solidFill>
          <a:ln w="9525">
            <a:solidFill>
              <a:srgbClr val="0F6E5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83480" y="3383280"/>
            <a:ext cx="502920" cy="502920"/>
          </a:xfrm>
          <a:prstGeom prst="ellipse">
            <a:avLst/>
          </a:prstGeom>
          <a:solidFill>
            <a:srgbClr val="08504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351129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3192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deleted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669280" y="37033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and ORPHANED are states, not row removals. Rediscovery is always possible.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Pheromones evaporate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signals are write-only stigmergic state. Effective strength is never stored — it is computed at read time: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FAEED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317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strength × exp(−decay_rate × Δt)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formula over an immutable created_at: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writes, no races, no drift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readers see weaker signals by design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cron job ever rewrites signal_strength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480560" y="123444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transition without a reason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7498080" cy="1234440"/>
          </a:xfrm>
          <a:prstGeom prst="roundRect">
            <a:avLst>
              <a:gd name="adj" fmla="val 8889"/>
            </a:avLst>
          </a:prstGeom>
          <a:solidFill>
            <a:srgbClr val="FAFAF7"/>
          </a:solidFill>
          <a:ln w="12700">
            <a:solidFill>
              <a:srgbClr val="5F5E5A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051560" y="1307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CockroachDB transaction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88720" y="1691640"/>
            <a:ext cx="2926080" cy="621792"/>
          </a:xfrm>
          <a:prstGeom prst="roundRect">
            <a:avLst>
              <a:gd name="adj" fmla="val 11765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69164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State-changing write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memories / regions / signals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0" y="2002536"/>
            <a:ext cx="50292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17720" y="1691640"/>
            <a:ext cx="2926080" cy="621792"/>
          </a:xfrm>
          <a:prstGeom prst="roundRect">
            <a:avLst>
              <a:gd name="adj" fmla="val 11765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69164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append_event()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event_type + reason + payload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is atomic: both land, or neither. If the audit write fails, the state transition is rejected — by construction, not convention.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33756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1EFE8"/>
          </a:solidFill>
          <a:ln w="9525">
            <a:solidFill>
              <a:srgbClr val="4444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3756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hash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423160" y="3666744"/>
            <a:ext cx="41148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34640" y="333756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333756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0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entry_hash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34840" y="3666744"/>
            <a:ext cx="41148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846320" y="333756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33756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1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= seq 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3666744"/>
            <a:ext cx="41148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58000" y="333756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333756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2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= seq 1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42519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node: UNIQUE(node_id, prev_hash) makes an intra-node fork a constraint violation, not a corrupted chain. reason is NOT NULL — an unreasoned event cannot exist.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ledger of ledgers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 ordering is intentionally undefined. Cross-node integrity comes from periodic chained Merkle snapshots over every node's chain head.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9776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node-a chain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entry_hash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flipV="1">
            <a:off x="1737360" y="3310128"/>
            <a:ext cx="1645920" cy="667512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397764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39776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node-b chain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entry_hash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flipV="1">
            <a:off x="3886200" y="3310128"/>
            <a:ext cx="137160" cy="667512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397764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39776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node-c chain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entry_hash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3310128"/>
            <a:ext cx="1371600" cy="667512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2651760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6517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merkle_root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sorted by node_id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023360" y="2148840"/>
            <a:ext cx="0" cy="502920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headEnd type="triangle"/>
          </a:ln>
        </p:spPr>
      </p:sp>
      <p:sp>
        <p:nvSpPr>
          <p:cNvPr id="16" name="Shape 14"/>
          <p:cNvSpPr/>
          <p:nvPr/>
        </p:nvSpPr>
        <p:spPr>
          <a:xfrm>
            <a:off x="1188720" y="155448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554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n − 1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ledger_hash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1847088"/>
            <a:ext cx="45720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40480" y="155448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1554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sha256(parent + root)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14630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UNIQUE(parent_snapshot) + UNIQUE(snapshot_seq):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ledger fork is impossible to commit, not merely detectable.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CockroachDB is load-bearing, not incidental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AFAF7"/>
          </a:solidFill>
          <a:ln w="9525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prefixes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926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region_id prefix makes dwelling (in-region search) cheap and roaming expensive by construction. The biology and the query planner's cost model coincide.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83280" y="132588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AFAF7"/>
          </a:solidFill>
          <a:ln w="9525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11880" y="1600200"/>
            <a:ext cx="548640" cy="5486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737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23317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Changefeeds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611880" y="2926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recruitment protocol reactively: CockroachDB → webhook → Lambda → write-back. A consensus substrate, never a message bus.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17920" y="132588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FAFAF7"/>
          </a:solidFill>
          <a:ln w="9525">
            <a:solidFill>
              <a:srgbClr val="D3D1C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46520" y="1600200"/>
            <a:ext cx="548640" cy="5486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7373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46520" y="23317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locality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46520" y="2926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nodes and logical memory regions are distinct concepts — locality gives 'region' physical meaning without conflating the two.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3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philosophy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degradation over hidden recovery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consensus cannot be established — 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preserves uncertainty.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migration cannot be completed — 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remains in place.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audit cannot be written — 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transition is rejected.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— 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 certainty to preserve availability.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what ships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loop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/ recall / reinforce over the distributed vector index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consensus with read-time decay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with cooldown (no A→C→A oscillation)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audit chains + chained Merkle ledger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709160" y="123444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Documented, not hidden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exp() decay: a deliberate float exception, biological heuristic — not a forensic verdict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identity assumed independent (Sybil out of scope)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split/merge is a stretch goal behind CAS serialization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8092440" cy="960120"/>
          </a:xfrm>
          <a:prstGeom prst="roundRect">
            <a:avLst>
              <a:gd name="adj" fmla="val 9524"/>
            </a:avLst>
          </a:prstGeom>
          <a:solidFill>
            <a:srgbClr val="0F6E5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657600"/>
            <a:ext cx="7635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v26.2 (3-node dev cluster + Cloud demo)  ·  Python 3.10+  ·  AWS Lambda (changefeed-driven + cron)  ·  Apache 2.0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STIGMERGY</dc:title>
  <dc:subject>PptxGenJS Presentation</dc:subject>
  <dc:creator>PptxGenJS</dc:creator>
  <cp:lastModifiedBy>PptxGenJS</cp:lastModifiedBy>
  <cp:revision>1</cp:revision>
  <dcterms:created xsi:type="dcterms:W3CDTF">2026-07-04T01:27:32Z</dcterms:created>
  <dcterms:modified xsi:type="dcterms:W3CDTF">2026-07-04T01:27:32Z</dcterms:modified>
</cp:coreProperties>
</file>